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91CC4-310C-44DE-8412-F1390A203059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A7487-A1FF-4BC5-8863-CA75CA8A9C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6073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91CC4-310C-44DE-8412-F1390A203059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A7487-A1FF-4BC5-8863-CA75CA8A9C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0933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91CC4-310C-44DE-8412-F1390A203059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A7487-A1FF-4BC5-8863-CA75CA8A9C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8114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91CC4-310C-44DE-8412-F1390A203059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A7487-A1FF-4BC5-8863-CA75CA8A9C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834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91CC4-310C-44DE-8412-F1390A203059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A7487-A1FF-4BC5-8863-CA75CA8A9C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4802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91CC4-310C-44DE-8412-F1390A203059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A7487-A1FF-4BC5-8863-CA75CA8A9C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790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91CC4-310C-44DE-8412-F1390A203059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A7487-A1FF-4BC5-8863-CA75CA8A9C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0338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91CC4-310C-44DE-8412-F1390A203059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A7487-A1FF-4BC5-8863-CA75CA8A9C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4156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91CC4-310C-44DE-8412-F1390A203059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A7487-A1FF-4BC5-8863-CA75CA8A9C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2271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91CC4-310C-44DE-8412-F1390A203059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A7487-A1FF-4BC5-8863-CA75CA8A9C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4134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91CC4-310C-44DE-8412-F1390A203059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A7487-A1FF-4BC5-8863-CA75CA8A9C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4970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B91CC4-310C-44DE-8412-F1390A203059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AA7487-A1FF-4BC5-8863-CA75CA8A9C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032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61546" y="1122363"/>
            <a:ext cx="12253546" cy="1796684"/>
          </a:xfrm>
        </p:spPr>
        <p:txBody>
          <a:bodyPr>
            <a:normAutofit/>
          </a:bodyPr>
          <a:lstStyle/>
          <a:p>
            <a:r>
              <a:rPr lang="en-US" dirty="0" smtClean="0"/>
              <a:t>DATA ACQUISITION FOR UNIVERSITY RANKING APPLICATION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Under the guidance</a:t>
            </a:r>
          </a:p>
          <a:p>
            <a:r>
              <a:rPr lang="en-US" dirty="0" smtClean="0"/>
              <a:t> of Dr.V.BHUVANESWARI,MCA.,M.Phil.,</a:t>
            </a:r>
            <a:r>
              <a:rPr lang="en-US" dirty="0" err="1" smtClean="0"/>
              <a:t>Ph.D</a:t>
            </a:r>
            <a:r>
              <a:rPr lang="en-US" dirty="0" smtClean="0"/>
              <a:t>., professor, Department of Computer Application.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9211408" y="5007150"/>
            <a:ext cx="268036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R. YUVARAJ VIKNESH </a:t>
            </a:r>
            <a:endParaRPr lang="en-IN" dirty="0" smtClean="0"/>
          </a:p>
          <a:p>
            <a:r>
              <a:rPr lang="en-IN" dirty="0" smtClean="0"/>
              <a:t>II-MCA(BATCH </a:t>
            </a:r>
            <a:r>
              <a:rPr lang="en-IN" dirty="0" smtClean="0"/>
              <a:t>II)</a:t>
            </a:r>
            <a:endParaRPr lang="en-IN" dirty="0" smtClean="0"/>
          </a:p>
          <a:p>
            <a:r>
              <a:rPr lang="en-IN" dirty="0" smtClean="0"/>
              <a:t>23CSEA77</a:t>
            </a:r>
          </a:p>
          <a:p>
            <a:r>
              <a:rPr lang="en-US" dirty="0" smtClean="0"/>
              <a:t>THANGAPANDI</a:t>
            </a:r>
          </a:p>
          <a:p>
            <a:r>
              <a:rPr lang="en-US" dirty="0" smtClean="0"/>
              <a:t>II-MCA(BATCH </a:t>
            </a:r>
            <a:r>
              <a:rPr lang="en-US" dirty="0" smtClean="0"/>
              <a:t>I)</a:t>
            </a:r>
            <a:endParaRPr lang="en-US" dirty="0" smtClean="0"/>
          </a:p>
          <a:p>
            <a:r>
              <a:rPr lang="en-US" dirty="0" smtClean="0"/>
              <a:t>23CSEA38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6489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MODULE DESCRIPTION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MODULE 1: </a:t>
            </a:r>
            <a:r>
              <a:rPr lang="en-US" b="1" dirty="0"/>
              <a:t>ADMIN </a:t>
            </a:r>
            <a:r>
              <a:rPr lang="en-US" b="1" dirty="0" smtClean="0"/>
              <a:t>MODULE</a:t>
            </a:r>
          </a:p>
          <a:p>
            <a:r>
              <a:rPr lang="en-US" dirty="0" smtClean="0"/>
              <a:t>Admin </a:t>
            </a:r>
            <a:r>
              <a:rPr lang="en-US" dirty="0"/>
              <a:t>Authentication (Secure login access)</a:t>
            </a:r>
          </a:p>
          <a:p>
            <a:r>
              <a:rPr lang="en-US" dirty="0" smtClean="0"/>
              <a:t>User </a:t>
            </a:r>
            <a:r>
              <a:rPr lang="en-US" dirty="0"/>
              <a:t>Management (View, Edit, Delete Users</a:t>
            </a:r>
            <a:r>
              <a:rPr lang="en-US" dirty="0" smtClean="0"/>
              <a:t>) and Data        Management </a:t>
            </a:r>
            <a:r>
              <a:rPr lang="en-US" dirty="0"/>
              <a:t>(View, Edit, Delete </a:t>
            </a:r>
            <a:r>
              <a:rPr lang="en-US" dirty="0" smtClean="0"/>
              <a:t>Data)</a:t>
            </a:r>
            <a:endParaRPr lang="en-US" dirty="0"/>
          </a:p>
          <a:p>
            <a:r>
              <a:rPr lang="en-US" dirty="0" smtClean="0"/>
              <a:t>Generate </a:t>
            </a:r>
            <a:r>
              <a:rPr lang="en-US" dirty="0"/>
              <a:t>Filtered Reports (Export as Excel)</a:t>
            </a:r>
          </a:p>
          <a:p>
            <a:endParaRPr lang="en-IN" dirty="0" smtClean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5920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MODULE DESCRIPTION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MODULE </a:t>
            </a:r>
            <a:r>
              <a:rPr lang="en-US" b="1" dirty="0" smtClean="0"/>
              <a:t>2: FACULTY MODULE</a:t>
            </a:r>
            <a:endParaRPr lang="en-US" dirty="0" smtClean="0"/>
          </a:p>
          <a:p>
            <a:pPr lvl="1">
              <a:lnSpc>
                <a:spcPct val="100000"/>
              </a:lnSpc>
            </a:pPr>
            <a:r>
              <a:rPr lang="en-US" sz="2800" dirty="0" smtClean="0"/>
              <a:t>User </a:t>
            </a:r>
            <a:r>
              <a:rPr lang="en-US" sz="2800" dirty="0"/>
              <a:t>Authentication (Login, Registration</a:t>
            </a:r>
            <a:r>
              <a:rPr lang="en-US" sz="2800" dirty="0" smtClean="0"/>
              <a:t>)</a:t>
            </a:r>
          </a:p>
          <a:p>
            <a:pPr lvl="1">
              <a:lnSpc>
                <a:spcPct val="100000"/>
              </a:lnSpc>
            </a:pPr>
            <a:r>
              <a:rPr lang="en-US" sz="2800" dirty="0" smtClean="0"/>
              <a:t>Dashboard </a:t>
            </a:r>
            <a:r>
              <a:rPr lang="en-US" sz="2800" dirty="0"/>
              <a:t>(Personalized view of user-specific data</a:t>
            </a:r>
            <a:r>
              <a:rPr lang="en-US" sz="2800" dirty="0" smtClean="0"/>
              <a:t>)</a:t>
            </a:r>
          </a:p>
          <a:p>
            <a:pPr lvl="1">
              <a:lnSpc>
                <a:spcPct val="100000"/>
              </a:lnSpc>
            </a:pPr>
            <a:r>
              <a:rPr lang="en-US" sz="2800" dirty="0" smtClean="0"/>
              <a:t>Allows </a:t>
            </a:r>
            <a:r>
              <a:rPr lang="en-US" sz="2800" dirty="0"/>
              <a:t>users to create, edit, view, and download REPORTS in </a:t>
            </a:r>
            <a:r>
              <a:rPr lang="en-US" sz="2800" dirty="0" smtClean="0"/>
              <a:t>excel </a:t>
            </a:r>
            <a:r>
              <a:rPr lang="en-US" sz="2800" dirty="0"/>
              <a:t>format.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2177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MODULE DESCRIPTION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MODULE </a:t>
            </a:r>
            <a:r>
              <a:rPr lang="en-US" b="1" dirty="0" smtClean="0"/>
              <a:t>3: DEPARTMENT </a:t>
            </a:r>
            <a:r>
              <a:rPr lang="en-US" b="1" dirty="0"/>
              <a:t>MODULE</a:t>
            </a:r>
          </a:p>
          <a:p>
            <a:r>
              <a:rPr lang="en-US" dirty="0" smtClean="0"/>
              <a:t>Department Authentication </a:t>
            </a:r>
            <a:r>
              <a:rPr lang="en-US" dirty="0"/>
              <a:t>(Secure login access)</a:t>
            </a:r>
          </a:p>
          <a:p>
            <a:r>
              <a:rPr lang="en-US" dirty="0" smtClean="0"/>
              <a:t>Dashboard </a:t>
            </a:r>
            <a:r>
              <a:rPr lang="en-US" dirty="0"/>
              <a:t>(Comprehensive report management)</a:t>
            </a:r>
          </a:p>
          <a:p>
            <a:r>
              <a:rPr lang="en-US" dirty="0" smtClean="0"/>
              <a:t>User </a:t>
            </a:r>
            <a:r>
              <a:rPr lang="en-US" dirty="0"/>
              <a:t>Management (View, Edit, Delete Users)</a:t>
            </a:r>
          </a:p>
          <a:p>
            <a:r>
              <a:rPr lang="en-US" dirty="0" smtClean="0"/>
              <a:t>Generate </a:t>
            </a:r>
            <a:r>
              <a:rPr lang="en-US" dirty="0"/>
              <a:t>Filtered Reports (Export as Excel</a:t>
            </a:r>
            <a:r>
              <a:rPr lang="en-US" dirty="0" smtClean="0"/>
              <a:t>)</a:t>
            </a:r>
          </a:p>
          <a:p>
            <a:r>
              <a:rPr lang="en-US" dirty="0" smtClean="0"/>
              <a:t>Allows Department </a:t>
            </a:r>
            <a:r>
              <a:rPr lang="en-US" dirty="0"/>
              <a:t>to create, edit, view, and download REPORTS in excel format.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791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509775"/>
            <a:ext cx="8088501" cy="6051363"/>
          </a:xfrm>
        </p:spPr>
      </p:pic>
      <p:sp>
        <p:nvSpPr>
          <p:cNvPr id="5" name="TextBox 4"/>
          <p:cNvSpPr txBox="1"/>
          <p:nvPr/>
        </p:nvSpPr>
        <p:spPr>
          <a:xfrm>
            <a:off x="993531" y="325109"/>
            <a:ext cx="20749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ER DIAGRAM :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287674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175</Words>
  <Application>Microsoft Office PowerPoint</Application>
  <PresentationFormat>Widescreen</PresentationFormat>
  <Paragraphs>27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DATA ACQUISITION FOR UNIVERSITY RANKING APPLICATION</vt:lpstr>
      <vt:lpstr>MODULE DESCRIPTION</vt:lpstr>
      <vt:lpstr>MODULE DESCRIPTION</vt:lpstr>
      <vt:lpstr>MODULE DESCRIPTION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YUVARAJ VIKNESH. R</dc:creator>
  <cp:lastModifiedBy>YUVARAJ VIKNESH. R</cp:lastModifiedBy>
  <cp:revision>6</cp:revision>
  <dcterms:created xsi:type="dcterms:W3CDTF">2025-02-28T04:47:07Z</dcterms:created>
  <dcterms:modified xsi:type="dcterms:W3CDTF">2025-02-28T07:46:10Z</dcterms:modified>
</cp:coreProperties>
</file>